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948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848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569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836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766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68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923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911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40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844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09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44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2219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2647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1733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9521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28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5A60DB1-C559-4483-BF61-1C99AB540536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442A-4A35-4641-925E-246ABEE375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4406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39884F-F174-A3E9-3D93-B34045269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2025 project 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D7AB3D4-6A81-6532-C4A0-9CE1A2886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Gárdonyi Bálint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68190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E1A5D6-7EA4-2A71-AA3B-B3B2A700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Témaválasztás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A108D7-36DF-98FB-21E9-F67E3D42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Radnóti Miklós</a:t>
            </a:r>
          </a:p>
          <a:p>
            <a:r>
              <a:rPr lang="en-US" dirty="0" err="1"/>
              <a:t>Személyes</a:t>
            </a:r>
            <a:r>
              <a:rPr lang="en-US" dirty="0"/>
              <a:t> </a:t>
            </a:r>
            <a:r>
              <a:rPr lang="en-US" dirty="0" err="1"/>
              <a:t>kötődés</a:t>
            </a:r>
            <a:endParaRPr lang="en-US" dirty="0"/>
          </a:p>
          <a:p>
            <a:r>
              <a:rPr lang="en-US" dirty="0"/>
              <a:t>Sem </a:t>
            </a:r>
            <a:r>
              <a:rPr lang="en-US" dirty="0" err="1"/>
              <a:t>emlék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varázslat</a:t>
            </a:r>
            <a:endParaRPr lang="en-US" dirty="0"/>
          </a:p>
          <a:p>
            <a:endParaRPr lang="hu-HU" dirty="0"/>
          </a:p>
        </p:txBody>
      </p:sp>
      <p:pic>
        <p:nvPicPr>
          <p:cNvPr id="1026" name="Picture 2" descr="Radnóti Miklós – Wikipédia">
            <a:extLst>
              <a:ext uri="{FF2B5EF4-FFF2-40B4-BE49-F238E27FC236}">
                <a16:creationId xmlns:a16="http://schemas.microsoft.com/office/drawing/2014/main" id="{F9C021F1-CAE8-7388-72C5-49DE224F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39" y="1853248"/>
            <a:ext cx="2741022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0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3FC230-853F-D576-4CB5-14E743E9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Megvalósítás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C7E539-605E-A191-7176-1915D8383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Wireframe</a:t>
            </a:r>
          </a:p>
          <a:p>
            <a:r>
              <a:rPr lang="en-US" dirty="0"/>
              <a:t>NAV</a:t>
            </a:r>
          </a:p>
          <a:p>
            <a:r>
              <a:rPr lang="en-US" dirty="0" err="1"/>
              <a:t>Reszponzivitás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43FBC1D-58F0-C574-116D-286742F6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582" y="1647825"/>
            <a:ext cx="2967273" cy="3943350"/>
          </a:xfrm>
          <a:prstGeom prst="rect">
            <a:avLst/>
          </a:prstGeom>
        </p:spPr>
      </p:pic>
      <p:pic>
        <p:nvPicPr>
          <p:cNvPr id="2050" name="Picture 2" descr="A NAV is készül a nőnapra - Ajkai Szó">
            <a:extLst>
              <a:ext uri="{FF2B5EF4-FFF2-40B4-BE49-F238E27FC236}">
                <a16:creationId xmlns:a16="http://schemas.microsoft.com/office/drawing/2014/main" id="{51454BA0-28D9-A586-5714-90E2E65A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593" y="2204403"/>
            <a:ext cx="238125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F26436B-818F-BB72-B3D6-A1E56BC06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030" y="2833604"/>
            <a:ext cx="4658375" cy="119079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80519EE-86E7-10F9-98AD-1E7508C2F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322" y="3496730"/>
            <a:ext cx="7391400" cy="233789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8E8B2EF-D166-790F-A136-1A39B72F0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809" y="3602486"/>
            <a:ext cx="6956425" cy="20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3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DF9A73-2506-9B05-991F-30F2C477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Megvalósítás</a:t>
            </a:r>
            <a:endParaRPr lang="hu-HU" dirty="0"/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34A9915C-1262-5D20-309A-523169DDA6CC}"/>
              </a:ext>
            </a:extLst>
          </p:cNvPr>
          <p:cNvSpPr txBox="1">
            <a:spLocks/>
          </p:cNvSpPr>
          <p:nvPr/>
        </p:nvSpPr>
        <p:spPr>
          <a:xfrm>
            <a:off x="745559" y="2100543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err="1"/>
              <a:t>Arculat</a:t>
            </a:r>
            <a:endParaRPr lang="en-US" dirty="0"/>
          </a:p>
          <a:p>
            <a:r>
              <a:rPr lang="en-US" dirty="0" err="1"/>
              <a:t>Nehézségek</a:t>
            </a:r>
            <a:endParaRPr lang="en-US" dirty="0"/>
          </a:p>
          <a:p>
            <a:r>
              <a:rPr lang="en-US" dirty="0" err="1"/>
              <a:t>Továbbfejlesztési</a:t>
            </a:r>
            <a:r>
              <a:rPr lang="en-US" dirty="0"/>
              <a:t> </a:t>
            </a:r>
            <a:r>
              <a:rPr lang="en-US" dirty="0" err="1"/>
              <a:t>lehetőségek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5491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23</Words>
  <Application>Microsoft Office PowerPoint</Application>
  <PresentationFormat>Szélesvásznú</PresentationFormat>
  <Paragraphs>14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2025 project </vt:lpstr>
      <vt:lpstr>Témaválasztás</vt:lpstr>
      <vt:lpstr>Megvalósítás</vt:lpstr>
      <vt:lpstr>Megvalósítás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2025-03-31T17:02:16Z</dcterms:created>
  <dcterms:modified xsi:type="dcterms:W3CDTF">2025-03-31T17:18:33Z</dcterms:modified>
</cp:coreProperties>
</file>