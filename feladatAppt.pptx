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EF5FFC-62E3-40A0-A3AC-59D21464EF0E}" type="doc">
      <dgm:prSet loTypeId="urn:microsoft.com/office/officeart/2005/8/layout/cycle6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8A0E8EB-7329-4BCC-82DD-C61AC8CF8B0D}">
      <dgm:prSet/>
      <dgm:spPr/>
      <dgm:t>
        <a:bodyPr/>
        <a:lstStyle/>
        <a:p>
          <a:r>
            <a:rPr lang="hu-HU"/>
            <a:t>Érdekesnek tűnt az élete</a:t>
          </a:r>
          <a:endParaRPr lang="en-US"/>
        </a:p>
      </dgm:t>
    </dgm:pt>
    <dgm:pt modelId="{D4328DE2-FCA9-43B5-BF3C-FED9C648379A}" type="parTrans" cxnId="{8A1B7F5E-277F-4B2F-8B6D-E2B721B71ECC}">
      <dgm:prSet/>
      <dgm:spPr/>
      <dgm:t>
        <a:bodyPr/>
        <a:lstStyle/>
        <a:p>
          <a:endParaRPr lang="en-US"/>
        </a:p>
      </dgm:t>
    </dgm:pt>
    <dgm:pt modelId="{EA8CA671-2E2F-4F69-9BAD-C331B14386C9}" type="sibTrans" cxnId="{8A1B7F5E-277F-4B2F-8B6D-E2B721B71ECC}">
      <dgm:prSet/>
      <dgm:spPr/>
      <dgm:t>
        <a:bodyPr/>
        <a:lstStyle/>
        <a:p>
          <a:endParaRPr lang="en-US"/>
        </a:p>
      </dgm:t>
    </dgm:pt>
    <dgm:pt modelId="{FB248D70-9905-4D67-93D2-91380AC5AE3C}">
      <dgm:prSet/>
      <dgm:spPr/>
      <dgm:t>
        <a:bodyPr/>
        <a:lstStyle/>
        <a:p>
          <a:r>
            <a:rPr lang="hu-HU"/>
            <a:t>Tetszett az írási stílusa</a:t>
          </a:r>
          <a:endParaRPr lang="en-US"/>
        </a:p>
      </dgm:t>
    </dgm:pt>
    <dgm:pt modelId="{D8E27D22-D797-47BC-831D-B8DB3F5BE294}" type="parTrans" cxnId="{96E29F63-EFAE-4346-A459-C52EC9D43753}">
      <dgm:prSet/>
      <dgm:spPr/>
      <dgm:t>
        <a:bodyPr/>
        <a:lstStyle/>
        <a:p>
          <a:endParaRPr lang="en-US"/>
        </a:p>
      </dgm:t>
    </dgm:pt>
    <dgm:pt modelId="{20C9AAA7-9B1E-4D57-8B41-CA5CAE9AEC4E}" type="sibTrans" cxnId="{96E29F63-EFAE-4346-A459-C52EC9D43753}">
      <dgm:prSet/>
      <dgm:spPr/>
      <dgm:t>
        <a:bodyPr/>
        <a:lstStyle/>
        <a:p>
          <a:endParaRPr lang="en-US"/>
        </a:p>
      </dgm:t>
    </dgm:pt>
    <dgm:pt modelId="{5E0015F6-E990-4660-BE0A-1D2E7BA7C30B}" type="pres">
      <dgm:prSet presAssocID="{04EF5FFC-62E3-40A0-A3AC-59D21464EF0E}" presName="cycle" presStyleCnt="0">
        <dgm:presLayoutVars>
          <dgm:dir/>
          <dgm:resizeHandles val="exact"/>
        </dgm:presLayoutVars>
      </dgm:prSet>
      <dgm:spPr/>
    </dgm:pt>
    <dgm:pt modelId="{4E8F81CD-3E85-48BD-99CF-2498F72A13A7}" type="pres">
      <dgm:prSet presAssocID="{38A0E8EB-7329-4BCC-82DD-C61AC8CF8B0D}" presName="node" presStyleLbl="node1" presStyleIdx="0" presStyleCnt="2">
        <dgm:presLayoutVars>
          <dgm:bulletEnabled val="1"/>
        </dgm:presLayoutVars>
      </dgm:prSet>
      <dgm:spPr/>
    </dgm:pt>
    <dgm:pt modelId="{8FFD617C-CF48-49B4-9823-9BDF9B7CAAE3}" type="pres">
      <dgm:prSet presAssocID="{38A0E8EB-7329-4BCC-82DD-C61AC8CF8B0D}" presName="spNode" presStyleCnt="0"/>
      <dgm:spPr/>
    </dgm:pt>
    <dgm:pt modelId="{C497FC99-6944-4BD3-8368-BEEF057DD7FA}" type="pres">
      <dgm:prSet presAssocID="{EA8CA671-2E2F-4F69-9BAD-C331B14386C9}" presName="sibTrans" presStyleLbl="sibTrans1D1" presStyleIdx="0" presStyleCnt="2"/>
      <dgm:spPr/>
    </dgm:pt>
    <dgm:pt modelId="{CAC7D2F0-0E42-4708-9F44-EC30A16FA42C}" type="pres">
      <dgm:prSet presAssocID="{FB248D70-9905-4D67-93D2-91380AC5AE3C}" presName="node" presStyleLbl="node1" presStyleIdx="1" presStyleCnt="2">
        <dgm:presLayoutVars>
          <dgm:bulletEnabled val="1"/>
        </dgm:presLayoutVars>
      </dgm:prSet>
      <dgm:spPr/>
    </dgm:pt>
    <dgm:pt modelId="{2C82CC7E-9BF7-4A4A-AE39-52CC3DF98D10}" type="pres">
      <dgm:prSet presAssocID="{FB248D70-9905-4D67-93D2-91380AC5AE3C}" presName="spNode" presStyleCnt="0"/>
      <dgm:spPr/>
    </dgm:pt>
    <dgm:pt modelId="{8EF6BE65-ED3C-4634-B250-F72CFB578DD3}" type="pres">
      <dgm:prSet presAssocID="{20C9AAA7-9B1E-4D57-8B41-CA5CAE9AEC4E}" presName="sibTrans" presStyleLbl="sibTrans1D1" presStyleIdx="1" presStyleCnt="2"/>
      <dgm:spPr/>
    </dgm:pt>
  </dgm:ptLst>
  <dgm:cxnLst>
    <dgm:cxn modelId="{FF8A3B0A-4716-4D42-A2A0-81FD288A4914}" type="presOf" srcId="{FB248D70-9905-4D67-93D2-91380AC5AE3C}" destId="{CAC7D2F0-0E42-4708-9F44-EC30A16FA42C}" srcOrd="0" destOrd="0" presId="urn:microsoft.com/office/officeart/2005/8/layout/cycle6"/>
    <dgm:cxn modelId="{95FF6F2C-0D39-4192-BBA8-A38DF69EB34A}" type="presOf" srcId="{04EF5FFC-62E3-40A0-A3AC-59D21464EF0E}" destId="{5E0015F6-E990-4660-BE0A-1D2E7BA7C30B}" srcOrd="0" destOrd="0" presId="urn:microsoft.com/office/officeart/2005/8/layout/cycle6"/>
    <dgm:cxn modelId="{8A1B7F5E-277F-4B2F-8B6D-E2B721B71ECC}" srcId="{04EF5FFC-62E3-40A0-A3AC-59D21464EF0E}" destId="{38A0E8EB-7329-4BCC-82DD-C61AC8CF8B0D}" srcOrd="0" destOrd="0" parTransId="{D4328DE2-FCA9-43B5-BF3C-FED9C648379A}" sibTransId="{EA8CA671-2E2F-4F69-9BAD-C331B14386C9}"/>
    <dgm:cxn modelId="{96E29F63-EFAE-4346-A459-C52EC9D43753}" srcId="{04EF5FFC-62E3-40A0-A3AC-59D21464EF0E}" destId="{FB248D70-9905-4D67-93D2-91380AC5AE3C}" srcOrd="1" destOrd="0" parTransId="{D8E27D22-D797-47BC-831D-B8DB3F5BE294}" sibTransId="{20C9AAA7-9B1E-4D57-8B41-CA5CAE9AEC4E}"/>
    <dgm:cxn modelId="{8C5A66A2-04DA-4C49-99E4-88EF9511148B}" type="presOf" srcId="{EA8CA671-2E2F-4F69-9BAD-C331B14386C9}" destId="{C497FC99-6944-4BD3-8368-BEEF057DD7FA}" srcOrd="0" destOrd="0" presId="urn:microsoft.com/office/officeart/2005/8/layout/cycle6"/>
    <dgm:cxn modelId="{D22A88A8-DAA6-46A2-B75C-B582EE1DB5E6}" type="presOf" srcId="{20C9AAA7-9B1E-4D57-8B41-CA5CAE9AEC4E}" destId="{8EF6BE65-ED3C-4634-B250-F72CFB578DD3}" srcOrd="0" destOrd="0" presId="urn:microsoft.com/office/officeart/2005/8/layout/cycle6"/>
    <dgm:cxn modelId="{A5794DD3-1C15-4B85-8C00-64E6DC5838A1}" type="presOf" srcId="{38A0E8EB-7329-4BCC-82DD-C61AC8CF8B0D}" destId="{4E8F81CD-3E85-48BD-99CF-2498F72A13A7}" srcOrd="0" destOrd="0" presId="urn:microsoft.com/office/officeart/2005/8/layout/cycle6"/>
    <dgm:cxn modelId="{0A7BA4F1-A1A3-4B20-A291-6389454F4C5E}" type="presParOf" srcId="{5E0015F6-E990-4660-BE0A-1D2E7BA7C30B}" destId="{4E8F81CD-3E85-48BD-99CF-2498F72A13A7}" srcOrd="0" destOrd="0" presId="urn:microsoft.com/office/officeart/2005/8/layout/cycle6"/>
    <dgm:cxn modelId="{1479149A-9F37-4D8C-B260-C82221EC4322}" type="presParOf" srcId="{5E0015F6-E990-4660-BE0A-1D2E7BA7C30B}" destId="{8FFD617C-CF48-49B4-9823-9BDF9B7CAAE3}" srcOrd="1" destOrd="0" presId="urn:microsoft.com/office/officeart/2005/8/layout/cycle6"/>
    <dgm:cxn modelId="{FF06251A-4B16-4375-A2F2-25EABA57BB7F}" type="presParOf" srcId="{5E0015F6-E990-4660-BE0A-1D2E7BA7C30B}" destId="{C497FC99-6944-4BD3-8368-BEEF057DD7FA}" srcOrd="2" destOrd="0" presId="urn:microsoft.com/office/officeart/2005/8/layout/cycle6"/>
    <dgm:cxn modelId="{2D359DCE-59DA-48D0-B3AA-1925957454E2}" type="presParOf" srcId="{5E0015F6-E990-4660-BE0A-1D2E7BA7C30B}" destId="{CAC7D2F0-0E42-4708-9F44-EC30A16FA42C}" srcOrd="3" destOrd="0" presId="urn:microsoft.com/office/officeart/2005/8/layout/cycle6"/>
    <dgm:cxn modelId="{00C8B2E9-0953-4BB2-81BC-F4815A0C4AF5}" type="presParOf" srcId="{5E0015F6-E990-4660-BE0A-1D2E7BA7C30B}" destId="{2C82CC7E-9BF7-4A4A-AE39-52CC3DF98D10}" srcOrd="4" destOrd="0" presId="urn:microsoft.com/office/officeart/2005/8/layout/cycle6"/>
    <dgm:cxn modelId="{A06CE469-5B42-454A-913C-264A17F3ADE7}" type="presParOf" srcId="{5E0015F6-E990-4660-BE0A-1D2E7BA7C30B}" destId="{8EF6BE65-ED3C-4634-B250-F72CFB578DD3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A4B670-93C3-499F-A74C-83FF0A1CB2D1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FF7573-5F18-4B93-8FB3-C0938DD0F325}">
      <dgm:prSet/>
      <dgm:spPr/>
      <dgm:t>
        <a:bodyPr/>
        <a:lstStyle/>
        <a:p>
          <a:r>
            <a:rPr lang="hu-HU"/>
            <a:t>A reszponzivitást bootstrap segítségével értem el</a:t>
          </a:r>
          <a:endParaRPr lang="en-US"/>
        </a:p>
      </dgm:t>
    </dgm:pt>
    <dgm:pt modelId="{69533E71-B725-4B10-8B7F-9C8B0A3231BC}" type="parTrans" cxnId="{953B25BB-8799-4252-BF48-C1C0E87EE9BF}">
      <dgm:prSet/>
      <dgm:spPr/>
      <dgm:t>
        <a:bodyPr/>
        <a:lstStyle/>
        <a:p>
          <a:endParaRPr lang="en-US"/>
        </a:p>
      </dgm:t>
    </dgm:pt>
    <dgm:pt modelId="{929D7742-EAD4-44C3-8F57-B3EE9485B729}" type="sibTrans" cxnId="{953B25BB-8799-4252-BF48-C1C0E87EE9BF}">
      <dgm:prSet/>
      <dgm:spPr/>
      <dgm:t>
        <a:bodyPr/>
        <a:lstStyle/>
        <a:p>
          <a:endParaRPr lang="en-US"/>
        </a:p>
      </dgm:t>
    </dgm:pt>
    <dgm:pt modelId="{FE38D590-027D-4AA2-8FF8-00550F30CAB6}">
      <dgm:prSet/>
      <dgm:spPr/>
      <dgm:t>
        <a:bodyPr/>
        <a:lstStyle/>
        <a:p>
          <a:r>
            <a:rPr lang="hu-HU"/>
            <a:t>div-ek illetve bootstrap osztályok használatával</a:t>
          </a:r>
          <a:endParaRPr lang="en-US"/>
        </a:p>
      </dgm:t>
    </dgm:pt>
    <dgm:pt modelId="{4D6403B8-06CD-412E-9319-199E85FD1BCB}" type="parTrans" cxnId="{CD4A6AD4-6C03-439F-87C6-656067557962}">
      <dgm:prSet/>
      <dgm:spPr/>
      <dgm:t>
        <a:bodyPr/>
        <a:lstStyle/>
        <a:p>
          <a:endParaRPr lang="en-US"/>
        </a:p>
      </dgm:t>
    </dgm:pt>
    <dgm:pt modelId="{2D8A7CBB-FC10-484E-8504-80804284603B}" type="sibTrans" cxnId="{CD4A6AD4-6C03-439F-87C6-656067557962}">
      <dgm:prSet/>
      <dgm:spPr/>
      <dgm:t>
        <a:bodyPr/>
        <a:lstStyle/>
        <a:p>
          <a:endParaRPr lang="en-US"/>
        </a:p>
      </dgm:t>
    </dgm:pt>
    <dgm:pt modelId="{558C6E55-0DF9-42A6-913C-9E22CB2DC4BA}" type="pres">
      <dgm:prSet presAssocID="{BDA4B670-93C3-499F-A74C-83FF0A1CB2D1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F873839-9111-402A-A27A-F3918491F45E}" type="pres">
      <dgm:prSet presAssocID="{57FF7573-5F18-4B93-8FB3-C0938DD0F325}" presName="root" presStyleCnt="0"/>
      <dgm:spPr/>
    </dgm:pt>
    <dgm:pt modelId="{5E79BA8C-AE50-4C32-B084-78B2FC9C9D5F}" type="pres">
      <dgm:prSet presAssocID="{57FF7573-5F18-4B93-8FB3-C0938DD0F325}" presName="rootComposite" presStyleCnt="0"/>
      <dgm:spPr/>
    </dgm:pt>
    <dgm:pt modelId="{B9A67B8E-362D-43E2-B6E9-EFBCC397E8C5}" type="pres">
      <dgm:prSet presAssocID="{57FF7573-5F18-4B93-8FB3-C0938DD0F325}" presName="rootText" presStyleLbl="node1" presStyleIdx="0" presStyleCnt="2"/>
      <dgm:spPr/>
    </dgm:pt>
    <dgm:pt modelId="{124015AA-199B-4B50-B559-FCD3FF02D49E}" type="pres">
      <dgm:prSet presAssocID="{57FF7573-5F18-4B93-8FB3-C0938DD0F325}" presName="rootConnector" presStyleLbl="node1" presStyleIdx="0" presStyleCnt="2"/>
      <dgm:spPr/>
    </dgm:pt>
    <dgm:pt modelId="{2369C3C4-8D3B-48AF-9535-DE33EAEC3D25}" type="pres">
      <dgm:prSet presAssocID="{57FF7573-5F18-4B93-8FB3-C0938DD0F325}" presName="childShape" presStyleCnt="0"/>
      <dgm:spPr/>
    </dgm:pt>
    <dgm:pt modelId="{69336316-B65B-40A0-AAB3-217AEBCB2B44}" type="pres">
      <dgm:prSet presAssocID="{FE38D590-027D-4AA2-8FF8-00550F30CAB6}" presName="root" presStyleCnt="0"/>
      <dgm:spPr/>
    </dgm:pt>
    <dgm:pt modelId="{57E5FD1A-E0BF-423E-B25D-DFDCCA8F5ED5}" type="pres">
      <dgm:prSet presAssocID="{FE38D590-027D-4AA2-8FF8-00550F30CAB6}" presName="rootComposite" presStyleCnt="0"/>
      <dgm:spPr/>
    </dgm:pt>
    <dgm:pt modelId="{E160CBE5-BD66-4422-A937-25AEE6A1A470}" type="pres">
      <dgm:prSet presAssocID="{FE38D590-027D-4AA2-8FF8-00550F30CAB6}" presName="rootText" presStyleLbl="node1" presStyleIdx="1" presStyleCnt="2"/>
      <dgm:spPr/>
    </dgm:pt>
    <dgm:pt modelId="{A0BA3F85-E143-4BC4-9E46-34AD8D357580}" type="pres">
      <dgm:prSet presAssocID="{FE38D590-027D-4AA2-8FF8-00550F30CAB6}" presName="rootConnector" presStyleLbl="node1" presStyleIdx="1" presStyleCnt="2"/>
      <dgm:spPr/>
    </dgm:pt>
    <dgm:pt modelId="{62FFE572-CB6C-4A4A-8617-BD0E2D1072BA}" type="pres">
      <dgm:prSet presAssocID="{FE38D590-027D-4AA2-8FF8-00550F30CAB6}" presName="childShape" presStyleCnt="0"/>
      <dgm:spPr/>
    </dgm:pt>
  </dgm:ptLst>
  <dgm:cxnLst>
    <dgm:cxn modelId="{B9D79F24-91E9-4C42-BEE2-E5FFC56605DD}" type="presOf" srcId="{FE38D590-027D-4AA2-8FF8-00550F30CAB6}" destId="{A0BA3F85-E143-4BC4-9E46-34AD8D357580}" srcOrd="1" destOrd="0" presId="urn:microsoft.com/office/officeart/2005/8/layout/hierarchy3"/>
    <dgm:cxn modelId="{5A7AD24B-1D0D-4F32-B98F-F690EDF6227D}" type="presOf" srcId="{FE38D590-027D-4AA2-8FF8-00550F30CAB6}" destId="{E160CBE5-BD66-4422-A937-25AEE6A1A470}" srcOrd="0" destOrd="0" presId="urn:microsoft.com/office/officeart/2005/8/layout/hierarchy3"/>
    <dgm:cxn modelId="{7BE43698-D70E-49C7-9B5F-6BC4374C380D}" type="presOf" srcId="{57FF7573-5F18-4B93-8FB3-C0938DD0F325}" destId="{B9A67B8E-362D-43E2-B6E9-EFBCC397E8C5}" srcOrd="0" destOrd="0" presId="urn:microsoft.com/office/officeart/2005/8/layout/hierarchy3"/>
    <dgm:cxn modelId="{1E070FB6-85FC-45D2-AB02-832EAD910D39}" type="presOf" srcId="{BDA4B670-93C3-499F-A74C-83FF0A1CB2D1}" destId="{558C6E55-0DF9-42A6-913C-9E22CB2DC4BA}" srcOrd="0" destOrd="0" presId="urn:microsoft.com/office/officeart/2005/8/layout/hierarchy3"/>
    <dgm:cxn modelId="{953B25BB-8799-4252-BF48-C1C0E87EE9BF}" srcId="{BDA4B670-93C3-499F-A74C-83FF0A1CB2D1}" destId="{57FF7573-5F18-4B93-8FB3-C0938DD0F325}" srcOrd="0" destOrd="0" parTransId="{69533E71-B725-4B10-8B7F-9C8B0A3231BC}" sibTransId="{929D7742-EAD4-44C3-8F57-B3EE9485B729}"/>
    <dgm:cxn modelId="{CD4A6AD4-6C03-439F-87C6-656067557962}" srcId="{BDA4B670-93C3-499F-A74C-83FF0A1CB2D1}" destId="{FE38D590-027D-4AA2-8FF8-00550F30CAB6}" srcOrd="1" destOrd="0" parTransId="{4D6403B8-06CD-412E-9319-199E85FD1BCB}" sibTransId="{2D8A7CBB-FC10-484E-8504-80804284603B}"/>
    <dgm:cxn modelId="{605A4EF5-B653-4C5D-9E5B-E44D0A665C13}" type="presOf" srcId="{57FF7573-5F18-4B93-8FB3-C0938DD0F325}" destId="{124015AA-199B-4B50-B559-FCD3FF02D49E}" srcOrd="1" destOrd="0" presId="urn:microsoft.com/office/officeart/2005/8/layout/hierarchy3"/>
    <dgm:cxn modelId="{319E085A-4C22-48B2-804B-094573857CDF}" type="presParOf" srcId="{558C6E55-0DF9-42A6-913C-9E22CB2DC4BA}" destId="{DF873839-9111-402A-A27A-F3918491F45E}" srcOrd="0" destOrd="0" presId="urn:microsoft.com/office/officeart/2005/8/layout/hierarchy3"/>
    <dgm:cxn modelId="{1397A580-1FA4-45F2-B0D5-47BB57E453A0}" type="presParOf" srcId="{DF873839-9111-402A-A27A-F3918491F45E}" destId="{5E79BA8C-AE50-4C32-B084-78B2FC9C9D5F}" srcOrd="0" destOrd="0" presId="urn:microsoft.com/office/officeart/2005/8/layout/hierarchy3"/>
    <dgm:cxn modelId="{67D6D345-4B10-4F99-8BC2-9609432C0204}" type="presParOf" srcId="{5E79BA8C-AE50-4C32-B084-78B2FC9C9D5F}" destId="{B9A67B8E-362D-43E2-B6E9-EFBCC397E8C5}" srcOrd="0" destOrd="0" presId="urn:microsoft.com/office/officeart/2005/8/layout/hierarchy3"/>
    <dgm:cxn modelId="{4562A732-9D85-4081-8056-4BE80A2DD66F}" type="presParOf" srcId="{5E79BA8C-AE50-4C32-B084-78B2FC9C9D5F}" destId="{124015AA-199B-4B50-B559-FCD3FF02D49E}" srcOrd="1" destOrd="0" presId="urn:microsoft.com/office/officeart/2005/8/layout/hierarchy3"/>
    <dgm:cxn modelId="{A41A43BA-489F-488D-8C5D-D43939516974}" type="presParOf" srcId="{DF873839-9111-402A-A27A-F3918491F45E}" destId="{2369C3C4-8D3B-48AF-9535-DE33EAEC3D25}" srcOrd="1" destOrd="0" presId="urn:microsoft.com/office/officeart/2005/8/layout/hierarchy3"/>
    <dgm:cxn modelId="{E9A29297-C753-4C83-9962-C60E832D3E0B}" type="presParOf" srcId="{558C6E55-0DF9-42A6-913C-9E22CB2DC4BA}" destId="{69336316-B65B-40A0-AAB3-217AEBCB2B44}" srcOrd="1" destOrd="0" presId="urn:microsoft.com/office/officeart/2005/8/layout/hierarchy3"/>
    <dgm:cxn modelId="{1748E0C2-05B9-43D1-9767-C66FF19DAD23}" type="presParOf" srcId="{69336316-B65B-40A0-AAB3-217AEBCB2B44}" destId="{57E5FD1A-E0BF-423E-B25D-DFDCCA8F5ED5}" srcOrd="0" destOrd="0" presId="urn:microsoft.com/office/officeart/2005/8/layout/hierarchy3"/>
    <dgm:cxn modelId="{459ADB35-32F4-4BDA-ABDA-289470BDF7F8}" type="presParOf" srcId="{57E5FD1A-E0BF-423E-B25D-DFDCCA8F5ED5}" destId="{E160CBE5-BD66-4422-A937-25AEE6A1A470}" srcOrd="0" destOrd="0" presId="urn:microsoft.com/office/officeart/2005/8/layout/hierarchy3"/>
    <dgm:cxn modelId="{251DD341-E91F-4C86-98A7-C7BF0D090934}" type="presParOf" srcId="{57E5FD1A-E0BF-423E-B25D-DFDCCA8F5ED5}" destId="{A0BA3F85-E143-4BC4-9E46-34AD8D357580}" srcOrd="1" destOrd="0" presId="urn:microsoft.com/office/officeart/2005/8/layout/hierarchy3"/>
    <dgm:cxn modelId="{4DB2C6AA-9ED8-4474-8385-F589AB4B3328}" type="presParOf" srcId="{69336316-B65B-40A0-AAB3-217AEBCB2B44}" destId="{62FFE572-CB6C-4A4A-8617-BD0E2D1072B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91EFAD-2672-4D08-9A8E-F43459EDA8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694C01-DB18-408A-9A1B-BC0CE70A0E41}">
      <dgm:prSet/>
      <dgm:spPr/>
      <dgm:t>
        <a:bodyPr/>
        <a:lstStyle/>
        <a:p>
          <a:r>
            <a:rPr lang="hu-HU"/>
            <a:t>Esetleg Ady Endre műveit el lehetne érni egy menüből</a:t>
          </a:r>
          <a:endParaRPr lang="en-US"/>
        </a:p>
      </dgm:t>
    </dgm:pt>
    <dgm:pt modelId="{1098B970-CCA9-4FD1-9FC5-426225F5CABD}" type="parTrans" cxnId="{E9EB942D-2F34-4C9E-AEBD-E2E6BA55F970}">
      <dgm:prSet/>
      <dgm:spPr/>
      <dgm:t>
        <a:bodyPr/>
        <a:lstStyle/>
        <a:p>
          <a:endParaRPr lang="en-US"/>
        </a:p>
      </dgm:t>
    </dgm:pt>
    <dgm:pt modelId="{315C6B78-4A3F-4C28-8D19-71B347090F26}" type="sibTrans" cxnId="{E9EB942D-2F34-4C9E-AEBD-E2E6BA55F970}">
      <dgm:prSet/>
      <dgm:spPr/>
      <dgm:t>
        <a:bodyPr/>
        <a:lstStyle/>
        <a:p>
          <a:endParaRPr lang="en-US"/>
        </a:p>
      </dgm:t>
    </dgm:pt>
    <dgm:pt modelId="{9C495C0B-6F70-409D-827F-D1C35B5D8293}">
      <dgm:prSet/>
      <dgm:spPr/>
      <dgm:t>
        <a:bodyPr/>
        <a:lstStyle/>
        <a:p>
          <a:r>
            <a:rPr lang="hu-HU"/>
            <a:t>Néhány művének az elemzésének az oldalra való berakása</a:t>
          </a:r>
          <a:endParaRPr lang="en-US"/>
        </a:p>
      </dgm:t>
    </dgm:pt>
    <dgm:pt modelId="{E5A95745-04F5-4442-89B1-DC714EE1AE7E}" type="parTrans" cxnId="{DC822446-EBF6-49AA-ABFC-1BDAADB6EA2A}">
      <dgm:prSet/>
      <dgm:spPr/>
      <dgm:t>
        <a:bodyPr/>
        <a:lstStyle/>
        <a:p>
          <a:endParaRPr lang="en-US"/>
        </a:p>
      </dgm:t>
    </dgm:pt>
    <dgm:pt modelId="{25DEF1FE-0712-4850-AAD2-BA0CB27418F5}" type="sibTrans" cxnId="{DC822446-EBF6-49AA-ABFC-1BDAADB6EA2A}">
      <dgm:prSet/>
      <dgm:spPr/>
      <dgm:t>
        <a:bodyPr/>
        <a:lstStyle/>
        <a:p>
          <a:endParaRPr lang="en-US"/>
        </a:p>
      </dgm:t>
    </dgm:pt>
    <dgm:pt modelId="{100C9D90-760D-42E3-B8FE-F2E3DFF622CD}" type="pres">
      <dgm:prSet presAssocID="{9E91EFAD-2672-4D08-9A8E-F43459EDA8C7}" presName="linear" presStyleCnt="0">
        <dgm:presLayoutVars>
          <dgm:animLvl val="lvl"/>
          <dgm:resizeHandles val="exact"/>
        </dgm:presLayoutVars>
      </dgm:prSet>
      <dgm:spPr/>
    </dgm:pt>
    <dgm:pt modelId="{4E01B34E-D38D-4D3E-A4D3-4F5DC1D82830}" type="pres">
      <dgm:prSet presAssocID="{22694C01-DB18-408A-9A1B-BC0CE70A0E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B2D7D56-B5BF-4790-9A87-1B0B1E1E730E}" type="pres">
      <dgm:prSet presAssocID="{315C6B78-4A3F-4C28-8D19-71B347090F26}" presName="spacer" presStyleCnt="0"/>
      <dgm:spPr/>
    </dgm:pt>
    <dgm:pt modelId="{C3463E00-E02B-44D7-9D9E-10D045902709}" type="pres">
      <dgm:prSet presAssocID="{9C495C0B-6F70-409D-827F-D1C35B5D829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9EB942D-2F34-4C9E-AEBD-E2E6BA55F970}" srcId="{9E91EFAD-2672-4D08-9A8E-F43459EDA8C7}" destId="{22694C01-DB18-408A-9A1B-BC0CE70A0E41}" srcOrd="0" destOrd="0" parTransId="{1098B970-CCA9-4FD1-9FC5-426225F5CABD}" sibTransId="{315C6B78-4A3F-4C28-8D19-71B347090F26}"/>
    <dgm:cxn modelId="{DC822446-EBF6-49AA-ABFC-1BDAADB6EA2A}" srcId="{9E91EFAD-2672-4D08-9A8E-F43459EDA8C7}" destId="{9C495C0B-6F70-409D-827F-D1C35B5D8293}" srcOrd="1" destOrd="0" parTransId="{E5A95745-04F5-4442-89B1-DC714EE1AE7E}" sibTransId="{25DEF1FE-0712-4850-AAD2-BA0CB27418F5}"/>
    <dgm:cxn modelId="{23D1E4B8-B866-4599-A8AF-F7E495899C99}" type="presOf" srcId="{22694C01-DB18-408A-9A1B-BC0CE70A0E41}" destId="{4E01B34E-D38D-4D3E-A4D3-4F5DC1D82830}" srcOrd="0" destOrd="0" presId="urn:microsoft.com/office/officeart/2005/8/layout/vList2"/>
    <dgm:cxn modelId="{C8ECDAD9-5013-46C8-AD25-142A2DDE6A8B}" type="presOf" srcId="{9C495C0B-6F70-409D-827F-D1C35B5D8293}" destId="{C3463E00-E02B-44D7-9D9E-10D045902709}" srcOrd="0" destOrd="0" presId="urn:microsoft.com/office/officeart/2005/8/layout/vList2"/>
    <dgm:cxn modelId="{795C54DD-F825-4CB5-834E-F70501DC1F52}" type="presOf" srcId="{9E91EFAD-2672-4D08-9A8E-F43459EDA8C7}" destId="{100C9D90-760D-42E3-B8FE-F2E3DFF622CD}" srcOrd="0" destOrd="0" presId="urn:microsoft.com/office/officeart/2005/8/layout/vList2"/>
    <dgm:cxn modelId="{9CC24F4A-673A-42D8-B787-7DB800C75B70}" type="presParOf" srcId="{100C9D90-760D-42E3-B8FE-F2E3DFF622CD}" destId="{4E01B34E-D38D-4D3E-A4D3-4F5DC1D82830}" srcOrd="0" destOrd="0" presId="urn:microsoft.com/office/officeart/2005/8/layout/vList2"/>
    <dgm:cxn modelId="{B4B7DD85-F293-405A-952D-74AE5789B2A9}" type="presParOf" srcId="{100C9D90-760D-42E3-B8FE-F2E3DFF622CD}" destId="{9B2D7D56-B5BF-4790-9A87-1B0B1E1E730E}" srcOrd="1" destOrd="0" presId="urn:microsoft.com/office/officeart/2005/8/layout/vList2"/>
    <dgm:cxn modelId="{2C2374A7-2A26-4664-B24F-9395AEF6DE9C}" type="presParOf" srcId="{100C9D90-760D-42E3-B8FE-F2E3DFF622CD}" destId="{C3463E00-E02B-44D7-9D9E-10D04590270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68679F-493D-40F4-AC53-54063AAC0C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032C59-5CC4-4D8E-9251-A058250155B1}">
      <dgm:prSet/>
      <dgm:spPr/>
      <dgm:t>
        <a:bodyPr/>
        <a:lstStyle/>
        <a:p>
          <a:r>
            <a:rPr lang="hu-HU"/>
            <a:t>Az űrlap tartalmának kitalálása</a:t>
          </a:r>
          <a:endParaRPr lang="en-US"/>
        </a:p>
      </dgm:t>
    </dgm:pt>
    <dgm:pt modelId="{1CB45D11-B554-4AE3-8170-CA18B0523B51}" type="parTrans" cxnId="{E93E4A49-7F37-4D31-867F-6DD465C1C10B}">
      <dgm:prSet/>
      <dgm:spPr/>
      <dgm:t>
        <a:bodyPr/>
        <a:lstStyle/>
        <a:p>
          <a:endParaRPr lang="en-US"/>
        </a:p>
      </dgm:t>
    </dgm:pt>
    <dgm:pt modelId="{258B7778-01F1-4DB1-B3A6-7D06B977C501}" type="sibTrans" cxnId="{E93E4A49-7F37-4D31-867F-6DD465C1C10B}">
      <dgm:prSet/>
      <dgm:spPr/>
      <dgm:t>
        <a:bodyPr/>
        <a:lstStyle/>
        <a:p>
          <a:endParaRPr lang="en-US"/>
        </a:p>
      </dgm:t>
    </dgm:pt>
    <dgm:pt modelId="{FD8FBE14-DC3F-4C9C-8F83-39B55439188F}">
      <dgm:prSet/>
      <dgm:spPr/>
      <dgm:t>
        <a:bodyPr/>
        <a:lstStyle/>
        <a:p>
          <a:r>
            <a:rPr lang="hu-HU"/>
            <a:t>Az esztétikus kinézet</a:t>
          </a:r>
          <a:endParaRPr lang="en-US"/>
        </a:p>
      </dgm:t>
    </dgm:pt>
    <dgm:pt modelId="{10D526BB-F40B-42BB-91DC-9AD4D921BDA1}" type="parTrans" cxnId="{476AF662-9686-48A6-90AB-35FF3B907824}">
      <dgm:prSet/>
      <dgm:spPr/>
      <dgm:t>
        <a:bodyPr/>
        <a:lstStyle/>
        <a:p>
          <a:endParaRPr lang="en-US"/>
        </a:p>
      </dgm:t>
    </dgm:pt>
    <dgm:pt modelId="{7C13B9E4-6A7F-4A87-A177-35EB68EBAFE3}" type="sibTrans" cxnId="{476AF662-9686-48A6-90AB-35FF3B907824}">
      <dgm:prSet/>
      <dgm:spPr/>
      <dgm:t>
        <a:bodyPr/>
        <a:lstStyle/>
        <a:p>
          <a:endParaRPr lang="en-US"/>
        </a:p>
      </dgm:t>
    </dgm:pt>
    <dgm:pt modelId="{7DA7D2A3-80B8-4DC5-B847-953B348B0F0C}" type="pres">
      <dgm:prSet presAssocID="{CB68679F-493D-40F4-AC53-54063AAC0C85}" presName="linear" presStyleCnt="0">
        <dgm:presLayoutVars>
          <dgm:animLvl val="lvl"/>
          <dgm:resizeHandles val="exact"/>
        </dgm:presLayoutVars>
      </dgm:prSet>
      <dgm:spPr/>
    </dgm:pt>
    <dgm:pt modelId="{ED949405-F17D-4E58-ADFA-C5AABBCB82C6}" type="pres">
      <dgm:prSet presAssocID="{F8032C59-5CC4-4D8E-9251-A058250155B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DEDEFAD-80A1-444C-BEB7-7CDF5FADF1F3}" type="pres">
      <dgm:prSet presAssocID="{258B7778-01F1-4DB1-B3A6-7D06B977C501}" presName="spacer" presStyleCnt="0"/>
      <dgm:spPr/>
    </dgm:pt>
    <dgm:pt modelId="{F6942013-2445-4864-BBB9-ED923834B941}" type="pres">
      <dgm:prSet presAssocID="{FD8FBE14-DC3F-4C9C-8F83-39B55439188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BCAF75C-5BFB-49F9-846D-B2A5B724788D}" type="presOf" srcId="{FD8FBE14-DC3F-4C9C-8F83-39B55439188F}" destId="{F6942013-2445-4864-BBB9-ED923834B941}" srcOrd="0" destOrd="0" presId="urn:microsoft.com/office/officeart/2005/8/layout/vList2"/>
    <dgm:cxn modelId="{476AF662-9686-48A6-90AB-35FF3B907824}" srcId="{CB68679F-493D-40F4-AC53-54063AAC0C85}" destId="{FD8FBE14-DC3F-4C9C-8F83-39B55439188F}" srcOrd="1" destOrd="0" parTransId="{10D526BB-F40B-42BB-91DC-9AD4D921BDA1}" sibTransId="{7C13B9E4-6A7F-4A87-A177-35EB68EBAFE3}"/>
    <dgm:cxn modelId="{E93E4A49-7F37-4D31-867F-6DD465C1C10B}" srcId="{CB68679F-493D-40F4-AC53-54063AAC0C85}" destId="{F8032C59-5CC4-4D8E-9251-A058250155B1}" srcOrd="0" destOrd="0" parTransId="{1CB45D11-B554-4AE3-8170-CA18B0523B51}" sibTransId="{258B7778-01F1-4DB1-B3A6-7D06B977C501}"/>
    <dgm:cxn modelId="{E81FE68A-EDBB-40AF-A16D-EEB2800B4756}" type="presOf" srcId="{CB68679F-493D-40F4-AC53-54063AAC0C85}" destId="{7DA7D2A3-80B8-4DC5-B847-953B348B0F0C}" srcOrd="0" destOrd="0" presId="urn:microsoft.com/office/officeart/2005/8/layout/vList2"/>
    <dgm:cxn modelId="{F70FEDE6-916A-4200-A513-761B645FE295}" type="presOf" srcId="{F8032C59-5CC4-4D8E-9251-A058250155B1}" destId="{ED949405-F17D-4E58-ADFA-C5AABBCB82C6}" srcOrd="0" destOrd="0" presId="urn:microsoft.com/office/officeart/2005/8/layout/vList2"/>
    <dgm:cxn modelId="{674A82B9-28B1-4AB6-A965-C418896E749E}" type="presParOf" srcId="{7DA7D2A3-80B8-4DC5-B847-953B348B0F0C}" destId="{ED949405-F17D-4E58-ADFA-C5AABBCB82C6}" srcOrd="0" destOrd="0" presId="urn:microsoft.com/office/officeart/2005/8/layout/vList2"/>
    <dgm:cxn modelId="{2AADEEE0-790E-4191-99F6-00FB00F8787B}" type="presParOf" srcId="{7DA7D2A3-80B8-4DC5-B847-953B348B0F0C}" destId="{4DEDEFAD-80A1-444C-BEB7-7CDF5FADF1F3}" srcOrd="1" destOrd="0" presId="urn:microsoft.com/office/officeart/2005/8/layout/vList2"/>
    <dgm:cxn modelId="{8080CEB8-8494-4E7F-B508-338D75142683}" type="presParOf" srcId="{7DA7D2A3-80B8-4DC5-B847-953B348B0F0C}" destId="{F6942013-2445-4864-BBB9-ED923834B9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F81CD-3E85-48BD-99CF-2498F72A13A7}">
      <dsp:nvSpPr>
        <dsp:cNvPr id="0" name=""/>
        <dsp:cNvSpPr/>
      </dsp:nvSpPr>
      <dsp:spPr>
        <a:xfrm>
          <a:off x="1277" y="1846583"/>
          <a:ext cx="2784590" cy="180998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Érdekesnek tűnt az élete</a:t>
          </a:r>
          <a:endParaRPr lang="en-US" sz="3200" kern="1200"/>
        </a:p>
      </dsp:txBody>
      <dsp:txXfrm>
        <a:off x="89633" y="1934939"/>
        <a:ext cx="2607878" cy="1633271"/>
      </dsp:txXfrm>
    </dsp:sp>
    <dsp:sp modelId="{C497FC99-6944-4BD3-8368-BEEF057DD7FA}">
      <dsp:nvSpPr>
        <dsp:cNvPr id="0" name=""/>
        <dsp:cNvSpPr/>
      </dsp:nvSpPr>
      <dsp:spPr>
        <a:xfrm>
          <a:off x="1393572" y="1214602"/>
          <a:ext cx="3073944" cy="3073944"/>
        </a:xfrm>
        <a:custGeom>
          <a:avLst/>
          <a:gdLst/>
          <a:ahLst/>
          <a:cxnLst/>
          <a:rect l="0" t="0" r="0" b="0"/>
          <a:pathLst>
            <a:path>
              <a:moveTo>
                <a:pt x="309477" y="612017"/>
              </a:moveTo>
              <a:arcTo wR="1536972" hR="1536972" stAng="13019948" swAng="6360103"/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C7D2F0-0E42-4708-9F44-EC30A16FA42C}">
      <dsp:nvSpPr>
        <dsp:cNvPr id="0" name=""/>
        <dsp:cNvSpPr/>
      </dsp:nvSpPr>
      <dsp:spPr>
        <a:xfrm>
          <a:off x="3075222" y="1846583"/>
          <a:ext cx="2784590" cy="1809983"/>
        </a:xfrm>
        <a:prstGeom prst="roundRect">
          <a:avLst/>
        </a:prstGeom>
        <a:solidFill>
          <a:schemeClr val="accent5">
            <a:hueOff val="414507"/>
            <a:satOff val="39495"/>
            <a:lumOff val="-1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200" kern="1200"/>
            <a:t>Tetszett az írási stílusa</a:t>
          </a:r>
          <a:endParaRPr lang="en-US" sz="3200" kern="1200"/>
        </a:p>
      </dsp:txBody>
      <dsp:txXfrm>
        <a:off x="3163578" y="1934939"/>
        <a:ext cx="2607878" cy="1633271"/>
      </dsp:txXfrm>
    </dsp:sp>
    <dsp:sp modelId="{8EF6BE65-ED3C-4634-B250-F72CFB578DD3}">
      <dsp:nvSpPr>
        <dsp:cNvPr id="0" name=""/>
        <dsp:cNvSpPr/>
      </dsp:nvSpPr>
      <dsp:spPr>
        <a:xfrm>
          <a:off x="1393572" y="1214602"/>
          <a:ext cx="3073944" cy="3073944"/>
        </a:xfrm>
        <a:custGeom>
          <a:avLst/>
          <a:gdLst/>
          <a:ahLst/>
          <a:cxnLst/>
          <a:rect l="0" t="0" r="0" b="0"/>
          <a:pathLst>
            <a:path>
              <a:moveTo>
                <a:pt x="2764467" y="2461927"/>
              </a:moveTo>
              <a:arcTo wR="1536972" hR="1536972" stAng="2219948" swAng="6360103"/>
            </a:path>
          </a:pathLst>
        </a:custGeom>
        <a:noFill/>
        <a:ln w="6350" cap="flat" cmpd="sng" algn="ctr">
          <a:solidFill>
            <a:schemeClr val="accent5">
              <a:hueOff val="414507"/>
              <a:satOff val="39495"/>
              <a:lumOff val="-16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A67B8E-362D-43E2-B6E9-EFBCC397E8C5}">
      <dsp:nvSpPr>
        <dsp:cNvPr id="0" name=""/>
        <dsp:cNvSpPr/>
      </dsp:nvSpPr>
      <dsp:spPr>
        <a:xfrm>
          <a:off x="1283" y="1007554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700" kern="1200"/>
            <a:t>A reszponzivitást bootstrap segítségével értem el</a:t>
          </a:r>
          <a:endParaRPr lang="en-US" sz="3700" kern="1200"/>
        </a:p>
      </dsp:txBody>
      <dsp:txXfrm>
        <a:off x="69709" y="1075980"/>
        <a:ext cx="4535606" cy="2199377"/>
      </dsp:txXfrm>
    </dsp:sp>
    <dsp:sp modelId="{E160CBE5-BD66-4422-A937-25AEE6A1A470}">
      <dsp:nvSpPr>
        <dsp:cNvPr id="0" name=""/>
        <dsp:cNvSpPr/>
      </dsp:nvSpPr>
      <dsp:spPr>
        <a:xfrm>
          <a:off x="5841857" y="1007554"/>
          <a:ext cx="4672458" cy="233622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3700" kern="1200"/>
            <a:t>div-ek illetve bootstrap osztályok használatával</a:t>
          </a:r>
          <a:endParaRPr lang="en-US" sz="3700" kern="1200"/>
        </a:p>
      </dsp:txBody>
      <dsp:txXfrm>
        <a:off x="5910283" y="1075980"/>
        <a:ext cx="4535606" cy="21993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1B34E-D38D-4D3E-A4D3-4F5DC1D82830}">
      <dsp:nvSpPr>
        <dsp:cNvPr id="0" name=""/>
        <dsp:cNvSpPr/>
      </dsp:nvSpPr>
      <dsp:spPr>
        <a:xfrm>
          <a:off x="0" y="260273"/>
          <a:ext cx="6245265" cy="2471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400" kern="1200"/>
            <a:t>Esetleg Ady Endre műveit el lehetne érni egy menüből</a:t>
          </a:r>
          <a:endParaRPr lang="en-US" sz="4400" kern="1200"/>
        </a:p>
      </dsp:txBody>
      <dsp:txXfrm>
        <a:off x="120626" y="380899"/>
        <a:ext cx="6004013" cy="2229788"/>
      </dsp:txXfrm>
    </dsp:sp>
    <dsp:sp modelId="{C3463E00-E02B-44D7-9D9E-10D045902709}">
      <dsp:nvSpPr>
        <dsp:cNvPr id="0" name=""/>
        <dsp:cNvSpPr/>
      </dsp:nvSpPr>
      <dsp:spPr>
        <a:xfrm>
          <a:off x="0" y="2858033"/>
          <a:ext cx="6245265" cy="2471040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400" kern="1200"/>
            <a:t>Néhány művének az elemzésének az oldalra való berakása</a:t>
          </a:r>
          <a:endParaRPr lang="en-US" sz="4400" kern="1200"/>
        </a:p>
      </dsp:txBody>
      <dsp:txXfrm>
        <a:off x="120626" y="2978659"/>
        <a:ext cx="6004013" cy="2229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49405-F17D-4E58-ADFA-C5AABBCB82C6}">
      <dsp:nvSpPr>
        <dsp:cNvPr id="0" name=""/>
        <dsp:cNvSpPr/>
      </dsp:nvSpPr>
      <dsp:spPr>
        <a:xfrm>
          <a:off x="0" y="29873"/>
          <a:ext cx="6245265" cy="2695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800" kern="1200"/>
            <a:t>Az űrlap tartalmának kitalálása</a:t>
          </a:r>
          <a:endParaRPr lang="en-US" sz="4800" kern="1200"/>
        </a:p>
      </dsp:txBody>
      <dsp:txXfrm>
        <a:off x="131592" y="161465"/>
        <a:ext cx="5982081" cy="2432496"/>
      </dsp:txXfrm>
    </dsp:sp>
    <dsp:sp modelId="{F6942013-2445-4864-BBB9-ED923834B941}">
      <dsp:nvSpPr>
        <dsp:cNvPr id="0" name=""/>
        <dsp:cNvSpPr/>
      </dsp:nvSpPr>
      <dsp:spPr>
        <a:xfrm>
          <a:off x="0" y="2863793"/>
          <a:ext cx="6245265" cy="2695680"/>
        </a:xfrm>
        <a:prstGeom prst="roundRect">
          <a:avLst/>
        </a:prstGeom>
        <a:solidFill>
          <a:schemeClr val="accent2">
            <a:hueOff val="-882696"/>
            <a:satOff val="4218"/>
            <a:lumOff val="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4800" kern="1200"/>
            <a:t>Az esztétikus kinézet</a:t>
          </a:r>
          <a:endParaRPr lang="en-US" sz="4800" kern="1200"/>
        </a:p>
      </dsp:txBody>
      <dsp:txXfrm>
        <a:off x="131592" y="2995385"/>
        <a:ext cx="5982081" cy="2432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63FEA-8513-4431-814B-6AB608119C48}" type="datetimeFigureOut">
              <a:rPr lang="hu-HU" smtClean="0"/>
              <a:t>2025. 03. 31.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7B80C-C1CD-4817-BC18-D8034BDFADF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8328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A7B80C-C1CD-4817-BC18-D8034BDFADF1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0254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1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372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7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166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641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822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8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76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39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11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3/31/2025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8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15" r:id="rId6"/>
    <p:sldLayoutId id="2147483711" r:id="rId7"/>
    <p:sldLayoutId id="2147483712" r:id="rId8"/>
    <p:sldLayoutId id="2147483713" r:id="rId9"/>
    <p:sldLayoutId id="2147483714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672E71-4896-412C-9C70-888CBA0C2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E8B6BB-ED51-F965-55C5-A02A71CAD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3736429"/>
            <a:ext cx="6347918" cy="2397488"/>
          </a:xfrm>
        </p:spPr>
        <p:txBody>
          <a:bodyPr anchor="ctr">
            <a:normAutofit/>
          </a:bodyPr>
          <a:lstStyle/>
          <a:p>
            <a:r>
              <a:rPr lang="hu-HU" sz="6600">
                <a:solidFill>
                  <a:schemeClr val="bg1"/>
                </a:solidFill>
              </a:rPr>
              <a:t>A csoport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73436B1-AE8B-60F8-700D-43A96403D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798" y="3736429"/>
            <a:ext cx="3633923" cy="2397488"/>
          </a:xfrm>
        </p:spPr>
        <p:txBody>
          <a:bodyPr anchor="ctr">
            <a:normAutofit/>
          </a:bodyPr>
          <a:lstStyle/>
          <a:p>
            <a:r>
              <a:rPr lang="hu-HU" sz="2000">
                <a:solidFill>
                  <a:schemeClr val="bg1"/>
                </a:solidFill>
              </a:rPr>
              <a:t>Készítette: Káldi Árin</a:t>
            </a:r>
          </a:p>
        </p:txBody>
      </p:sp>
      <p:pic>
        <p:nvPicPr>
          <p:cNvPr id="4" name="Picture 3" descr="A képen Színesség, művészet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4DE2127-3AE9-E065-72E2-03F52C336D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54000"/>
          </a:blip>
          <a:srcRect t="33709" b="29871"/>
          <a:stretch/>
        </p:blipFill>
        <p:spPr>
          <a:xfrm>
            <a:off x="20" y="808139"/>
            <a:ext cx="12191979" cy="254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99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59B3430-86D8-8274-4C1B-CF57CEDB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 volt a </a:t>
            </a:r>
            <a:r>
              <a:rPr lang="en-US" sz="60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feladat</a:t>
            </a:r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9143131-3954-7E7F-2FFB-4C0B8E5D7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Ady </a:t>
            </a:r>
            <a:r>
              <a:rPr lang="hu-HU" sz="3200" dirty="0">
                <a:solidFill>
                  <a:schemeClr val="bg1"/>
                </a:solidFill>
              </a:rPr>
              <a:t>E</a:t>
            </a:r>
            <a:r>
              <a:rPr lang="en-US" sz="32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ndre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életének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2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bemutatása</a:t>
            </a:r>
            <a:r>
              <a: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2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7C64C2-FC09-4323-A32D-5DCB300AD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322842F-AC58-1AEF-F9C8-320B908F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hu-HU" sz="4500">
                <a:solidFill>
                  <a:schemeClr val="bg1"/>
                </a:solidFill>
              </a:rPr>
              <a:t>Miért ezt a költőt választottam?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72518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31298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6978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C3B928EF-5F5E-D071-C784-56A8F2B076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568176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0518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EBFA0CB-5527-DC7B-F269-55E0B506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98246"/>
            <a:ext cx="4412419" cy="36262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50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Wireframe</a:t>
            </a:r>
          </a:p>
        </p:txBody>
      </p:sp>
      <p:sp>
        <p:nvSpPr>
          <p:cNvPr id="17" name="Graphic 17">
            <a:extLst>
              <a:ext uri="{FF2B5EF4-FFF2-40B4-BE49-F238E27FC236}">
                <a16:creationId xmlns:a16="http://schemas.microsoft.com/office/drawing/2014/main" id="{B71758F4-3F46-45DA-8AC5-4E508DA08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12034" y="1267063"/>
            <a:ext cx="139037" cy="139039"/>
          </a:xfrm>
          <a:custGeom>
            <a:avLst/>
            <a:gdLst>
              <a:gd name="connsiteX0" fmla="*/ 129600 w 139037"/>
              <a:gd name="connsiteY0" fmla="*/ 60082 h 139039"/>
              <a:gd name="connsiteX1" fmla="*/ 78955 w 139037"/>
              <a:gd name="connsiteY1" fmla="*/ 60082 h 139039"/>
              <a:gd name="connsiteX2" fmla="*/ 78955 w 139037"/>
              <a:gd name="connsiteY2" fmla="*/ 9437 h 139039"/>
              <a:gd name="connsiteX3" fmla="*/ 69519 w 139037"/>
              <a:gd name="connsiteY3" fmla="*/ 0 h 139039"/>
              <a:gd name="connsiteX4" fmla="*/ 60082 w 139037"/>
              <a:gd name="connsiteY4" fmla="*/ 9437 h 139039"/>
              <a:gd name="connsiteX5" fmla="*/ 60082 w 139037"/>
              <a:gd name="connsiteY5" fmla="*/ 60082 h 139039"/>
              <a:gd name="connsiteX6" fmla="*/ 9437 w 139037"/>
              <a:gd name="connsiteY6" fmla="*/ 60082 h 139039"/>
              <a:gd name="connsiteX7" fmla="*/ 0 w 139037"/>
              <a:gd name="connsiteY7" fmla="*/ 69520 h 139039"/>
              <a:gd name="connsiteX8" fmla="*/ 9437 w 139037"/>
              <a:gd name="connsiteY8" fmla="*/ 78957 h 139039"/>
              <a:gd name="connsiteX9" fmla="*/ 60082 w 139037"/>
              <a:gd name="connsiteY9" fmla="*/ 78957 h 139039"/>
              <a:gd name="connsiteX10" fmla="*/ 60082 w 139037"/>
              <a:gd name="connsiteY10" fmla="*/ 129602 h 139039"/>
              <a:gd name="connsiteX11" fmla="*/ 69519 w 139037"/>
              <a:gd name="connsiteY11" fmla="*/ 139039 h 139039"/>
              <a:gd name="connsiteX12" fmla="*/ 78955 w 139037"/>
              <a:gd name="connsiteY12" fmla="*/ 129602 h 139039"/>
              <a:gd name="connsiteX13" fmla="*/ 78955 w 139037"/>
              <a:gd name="connsiteY13" fmla="*/ 78957 h 139039"/>
              <a:gd name="connsiteX14" fmla="*/ 129600 w 139037"/>
              <a:gd name="connsiteY14" fmla="*/ 78957 h 139039"/>
              <a:gd name="connsiteX15" fmla="*/ 139037 w 139037"/>
              <a:gd name="connsiteY15" fmla="*/ 69520 h 139039"/>
              <a:gd name="connsiteX16" fmla="*/ 129600 w 139037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7" h="139039">
                <a:moveTo>
                  <a:pt x="129600" y="60082"/>
                </a:moveTo>
                <a:lnTo>
                  <a:pt x="78955" y="60082"/>
                </a:lnTo>
                <a:lnTo>
                  <a:pt x="78955" y="9437"/>
                </a:lnTo>
                <a:cubicBezTo>
                  <a:pt x="78955" y="4225"/>
                  <a:pt x="74730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7" y="139039"/>
                  <a:pt x="69519" y="139039"/>
                </a:cubicBezTo>
                <a:cubicBezTo>
                  <a:pt x="74730" y="139039"/>
                  <a:pt x="78955" y="134814"/>
                  <a:pt x="78955" y="129602"/>
                </a:cubicBezTo>
                <a:lnTo>
                  <a:pt x="78955" y="78957"/>
                </a:lnTo>
                <a:lnTo>
                  <a:pt x="129600" y="78957"/>
                </a:lnTo>
                <a:cubicBezTo>
                  <a:pt x="134812" y="78957"/>
                  <a:pt x="139037" y="74731"/>
                  <a:pt x="139037" y="69520"/>
                </a:cubicBezTo>
                <a:cubicBezTo>
                  <a:pt x="139037" y="64308"/>
                  <a:pt x="134812" y="60082"/>
                  <a:pt x="129600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Kép 7" descr="A képen szöveg, diagram, képernyőkép, Téglalap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97B4BA53-1F0A-8866-E1B6-801C9D7E1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338" y="0"/>
            <a:ext cx="4975977" cy="6839832"/>
          </a:xfrm>
          <a:prstGeom prst="rect">
            <a:avLst/>
          </a:prstGeom>
        </p:spPr>
      </p:pic>
      <p:sp>
        <p:nvSpPr>
          <p:cNvPr id="21" name="Graphic 21">
            <a:extLst>
              <a:ext uri="{FF2B5EF4-FFF2-40B4-BE49-F238E27FC236}">
                <a16:creationId xmlns:a16="http://schemas.microsoft.com/office/drawing/2014/main" id="{8D61482F-F3C5-4D66-8C5D-C6BBE3E12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52801" y="1659316"/>
            <a:ext cx="127713" cy="127714"/>
          </a:xfrm>
          <a:custGeom>
            <a:avLst/>
            <a:gdLst>
              <a:gd name="connsiteX0" fmla="*/ 63857 w 127713"/>
              <a:gd name="connsiteY0" fmla="*/ 18874 h 127714"/>
              <a:gd name="connsiteX1" fmla="*/ 108839 w 127713"/>
              <a:gd name="connsiteY1" fmla="*/ 63857 h 127714"/>
              <a:gd name="connsiteX2" fmla="*/ 63857 w 127713"/>
              <a:gd name="connsiteY2" fmla="*/ 108840 h 127714"/>
              <a:gd name="connsiteX3" fmla="*/ 18874 w 127713"/>
              <a:gd name="connsiteY3" fmla="*/ 63857 h 127714"/>
              <a:gd name="connsiteX4" fmla="*/ 63857 w 127713"/>
              <a:gd name="connsiteY4" fmla="*/ 18874 h 127714"/>
              <a:gd name="connsiteX5" fmla="*/ 63857 w 127713"/>
              <a:gd name="connsiteY5" fmla="*/ 0 h 127714"/>
              <a:gd name="connsiteX6" fmla="*/ 0 w 127713"/>
              <a:gd name="connsiteY6" fmla="*/ 63857 h 127714"/>
              <a:gd name="connsiteX7" fmla="*/ 63857 w 127713"/>
              <a:gd name="connsiteY7" fmla="*/ 127714 h 127714"/>
              <a:gd name="connsiteX8" fmla="*/ 127713 w 127713"/>
              <a:gd name="connsiteY8" fmla="*/ 63857 h 127714"/>
              <a:gd name="connsiteX9" fmla="*/ 63857 w 127713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4">
                <a:moveTo>
                  <a:pt x="63857" y="18874"/>
                </a:moveTo>
                <a:cubicBezTo>
                  <a:pt x="88700" y="18874"/>
                  <a:pt x="108839" y="39014"/>
                  <a:pt x="108839" y="63857"/>
                </a:cubicBezTo>
                <a:cubicBezTo>
                  <a:pt x="108839" y="88700"/>
                  <a:pt x="88700" y="108840"/>
                  <a:pt x="63857" y="108840"/>
                </a:cubicBezTo>
                <a:cubicBezTo>
                  <a:pt x="39013" y="108840"/>
                  <a:pt x="18874" y="88700"/>
                  <a:pt x="18874" y="63857"/>
                </a:cubicBezTo>
                <a:cubicBezTo>
                  <a:pt x="18898" y="39024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08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41D939-FA37-5A1C-CC72-D618289C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Reszponzivitás</a:t>
            </a:r>
            <a:endParaRPr lang="hu-HU" dirty="0"/>
          </a:p>
        </p:txBody>
      </p:sp>
      <p:graphicFrame>
        <p:nvGraphicFramePr>
          <p:cNvPr id="9" name="Tartalom helye 2">
            <a:extLst>
              <a:ext uri="{FF2B5EF4-FFF2-40B4-BE49-F238E27FC236}">
                <a16:creationId xmlns:a16="http://schemas.microsoft.com/office/drawing/2014/main" id="{85622A33-DA3D-B58B-EC43-C2A9B69DF3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Kép 4">
            <a:extLst>
              <a:ext uri="{FF2B5EF4-FFF2-40B4-BE49-F238E27FC236}">
                <a16:creationId xmlns:a16="http://schemas.microsoft.com/office/drawing/2014/main" id="{DD801926-FEAD-1298-6189-9699D07F13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7686" y="5364768"/>
            <a:ext cx="4294307" cy="64684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25FE054-05C6-215E-A6C7-24667AA4E8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2429" y="5430127"/>
            <a:ext cx="4294307" cy="74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695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977ADA-A19D-2069-59A1-FBCFBCB3E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070800"/>
            <a:ext cx="4833257" cy="5583126"/>
          </a:xfrm>
        </p:spPr>
        <p:txBody>
          <a:bodyPr>
            <a:normAutofit/>
          </a:bodyPr>
          <a:lstStyle/>
          <a:p>
            <a:pPr algn="r"/>
            <a:r>
              <a:rPr lang="hu-HU" dirty="0"/>
              <a:t>Továbbfejlesztési lehetőségek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93EF0193-DC2E-5A8F-343C-EBDCAFA0A9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92129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9394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39A6B7-23FB-1391-189F-E633FD2C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" y="1070800"/>
            <a:ext cx="4234025" cy="5583126"/>
          </a:xfrm>
        </p:spPr>
        <p:txBody>
          <a:bodyPr>
            <a:normAutofit/>
          </a:bodyPr>
          <a:lstStyle/>
          <a:p>
            <a:pPr algn="r"/>
            <a:r>
              <a:rPr lang="hu-HU" sz="5400" dirty="0"/>
              <a:t>Nehézségek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7EFAD9DA-C507-5416-5AF1-A5727B1D09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6740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1506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ABACE47-3432-73F1-6DE5-185D2A2F9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Volt-e </a:t>
            </a:r>
            <a:r>
              <a:rPr lang="en-US" sz="60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olyan</a:t>
            </a:r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ami</a:t>
            </a:r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nem</a:t>
            </a:r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b="1" i="0" kern="1200" cap="all" baseline="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sikerült</a:t>
            </a:r>
            <a:r>
              <a:rPr lang="en-US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085494-90A2-F5FF-F97B-BE2B92AA3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030" y="3605577"/>
            <a:ext cx="9147940" cy="13243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36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Szerintem</a:t>
            </a: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minden</a:t>
            </a: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szempontot</a:t>
            </a: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sikerült</a:t>
            </a:r>
            <a:r>
              <a:rPr lang="en-US" sz="36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36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teljesítenem</a:t>
            </a: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815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57CCD6B-9D4C-AC5E-EA13-704C47B31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Köszönöm a figyelmet</a:t>
            </a:r>
          </a:p>
        </p:txBody>
      </p:sp>
      <p:sp>
        <p:nvSpPr>
          <p:cNvPr id="1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58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87</Words>
  <Application>Microsoft Office PowerPoint</Application>
  <PresentationFormat>Szélesvásznú</PresentationFormat>
  <Paragraphs>21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Arial</vt:lpstr>
      <vt:lpstr>Univers</vt:lpstr>
      <vt:lpstr>GradientVTI</vt:lpstr>
      <vt:lpstr>A csoport</vt:lpstr>
      <vt:lpstr>Mi volt a feladat?</vt:lpstr>
      <vt:lpstr>Miért ezt a költőt választottam?</vt:lpstr>
      <vt:lpstr>Wireframe</vt:lpstr>
      <vt:lpstr>Reszponzivitás</vt:lpstr>
      <vt:lpstr>Továbbfejlesztési lehetőségek</vt:lpstr>
      <vt:lpstr>Nehézségek</vt:lpstr>
      <vt:lpstr>Volt-e olyan ami nem sikerült?</vt:lpstr>
      <vt:lpstr>Köszönöm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2025-03-31T18:53:24Z</dcterms:created>
  <dcterms:modified xsi:type="dcterms:W3CDTF">2025-03-31T21:05:53Z</dcterms:modified>
</cp:coreProperties>
</file>