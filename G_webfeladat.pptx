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7446" autoAdjust="0"/>
  </p:normalViewPr>
  <p:slideViewPr>
    <p:cSldViewPr snapToGrid="0">
      <p:cViewPr varScale="1">
        <p:scale>
          <a:sx n="156" d="100"/>
          <a:sy n="156" d="100"/>
        </p:scale>
        <p:origin x="5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5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8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0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0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7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4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2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8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1B980-3651-4B71-8CF7-D04C82E4CF61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EB25-BAD1-4CA4-963B-94E0AA609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9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op">
            <a:extLst>
              <a:ext uri="{FF2B5EF4-FFF2-40B4-BE49-F238E27FC236}">
                <a16:creationId xmlns:a16="http://schemas.microsoft.com/office/drawing/2014/main" id="{90CB1A2B-9A6B-4E8E-B963-A21A0257A91D}"/>
              </a:ext>
            </a:extLst>
          </p:cNvPr>
          <p:cNvSpPr/>
          <p:nvPr/>
        </p:nvSpPr>
        <p:spPr>
          <a:xfrm rot="16200000" flipH="1" flipV="1">
            <a:off x="2233390" y="-3592167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0" y="1951630"/>
            <a:ext cx="2001670" cy="153415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Csapattagok:</a:t>
            </a:r>
          </a:p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Káldi Ármin</a:t>
            </a:r>
          </a:p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Gárdonyi Bálint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-2" y="0"/>
            <a:ext cx="10058401" cy="1951630"/>
          </a:xfrm>
        </p:spPr>
        <p:txBody>
          <a:bodyPr>
            <a:normAutofit/>
          </a:bodyPr>
          <a:lstStyle/>
          <a:p>
            <a:pPr algn="l"/>
            <a:r>
              <a:rPr lang="hu-HU" spc="-15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Balogh-Balázsi Gergő Dániel:</a:t>
            </a:r>
            <a:br>
              <a:rPr lang="hu-HU" spc="-150" dirty="0">
                <a:solidFill>
                  <a:schemeClr val="bg1"/>
                </a:solidFill>
                <a:latin typeface="Bahnschrift SemiCondensed" panose="020B0502040204020203" pitchFamily="34" charset="0"/>
              </a:rPr>
            </a:br>
            <a:r>
              <a:rPr lang="hu-HU" spc="-15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Feladat </a:t>
            </a:r>
            <a:r>
              <a:rPr lang="hu-HU" spc="-15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C</a:t>
            </a:r>
            <a:endParaRPr lang="en-US" spc="-15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51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top"/>
          <p:cNvSpPr/>
          <p:nvPr/>
        </p:nvSpPr>
        <p:spPr>
          <a:xfrm rot="16200000" flipH="1" flipV="1">
            <a:off x="302989" y="-3557979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ottom"/>
          <p:cNvSpPr/>
          <p:nvPr/>
        </p:nvSpPr>
        <p:spPr>
          <a:xfrm rot="5400000" flipH="1" flipV="1">
            <a:off x="3557979" y="-1695061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Bevezetés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874045" y="4989606"/>
            <a:ext cx="8678839" cy="1823327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Az oldal </a:t>
            </a:r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reszponzívvá</a:t>
            </a: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tétele, logikai egységekre osztása,</a:t>
            </a:r>
          </a:p>
          <a:p>
            <a:pPr marL="0" indent="0">
              <a:buNone/>
            </a:pP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űrlap készítése</a:t>
            </a:r>
          </a:p>
          <a:p>
            <a:endParaRPr lang="hu-HU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462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top"/>
          <p:cNvSpPr/>
          <p:nvPr/>
        </p:nvSpPr>
        <p:spPr>
          <a:xfrm rot="16200000" flipH="1" flipV="1">
            <a:off x="1503995" y="-3557980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ottom"/>
          <p:cNvSpPr/>
          <p:nvPr/>
        </p:nvSpPr>
        <p:spPr>
          <a:xfrm rot="5400000" flipH="1" flipV="1">
            <a:off x="6462216" y="-1794682"/>
            <a:ext cx="5111087" cy="12194275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Választás oka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6660174" y="5354731"/>
            <a:ext cx="5603544" cy="1467265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A </a:t>
            </a:r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választhatóak</a:t>
            </a: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közü</a:t>
            </a: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l róla jutott eszembe a legkevesebb traumatikus emlék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750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mboid 3">
            <a:extLst>
              <a:ext uri="{FF2B5EF4-FFF2-40B4-BE49-F238E27FC236}">
                <a16:creationId xmlns:a16="http://schemas.microsoft.com/office/drawing/2014/main" id="{4B543057-13EF-5E4F-DC53-8A0ABE272884}"/>
              </a:ext>
            </a:extLst>
          </p:cNvPr>
          <p:cNvSpPr/>
          <p:nvPr/>
        </p:nvSpPr>
        <p:spPr>
          <a:xfrm>
            <a:off x="-613468" y="2710017"/>
            <a:ext cx="13113579" cy="1881802"/>
          </a:xfrm>
          <a:prstGeom prst="parallelogram">
            <a:avLst>
              <a:gd name="adj" fmla="val 241747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ottom"/>
          <p:cNvSpPr/>
          <p:nvPr/>
        </p:nvSpPr>
        <p:spPr>
          <a:xfrm rot="5400000" flipH="1" flipV="1">
            <a:off x="6462216" y="-1794682"/>
            <a:ext cx="5111087" cy="12194275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top"/>
          <p:cNvSpPr/>
          <p:nvPr/>
        </p:nvSpPr>
        <p:spPr>
          <a:xfrm rot="16200000" flipH="1" flipV="1">
            <a:off x="1503995" y="-3557980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68884" y="365125"/>
            <a:ext cx="10515600" cy="1325563"/>
          </a:xfrm>
        </p:spPr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Wireframe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10" name="Tartalom helye 9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287" y="1690688"/>
            <a:ext cx="2688067" cy="4584287"/>
          </a:xfrm>
        </p:spPr>
      </p:pic>
    </p:spTree>
    <p:extLst>
      <p:ext uri="{BB962C8B-B14F-4D97-AF65-F5344CB8AC3E}">
        <p14:creationId xmlns:p14="http://schemas.microsoft.com/office/powerpoint/2010/main" val="4248215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mboid 3">
            <a:extLst>
              <a:ext uri="{FF2B5EF4-FFF2-40B4-BE49-F238E27FC236}">
                <a16:creationId xmlns:a16="http://schemas.microsoft.com/office/drawing/2014/main" id="{69F1705B-0B7F-E2C1-C42E-EEFCBC22D5DE}"/>
              </a:ext>
            </a:extLst>
          </p:cNvPr>
          <p:cNvSpPr/>
          <p:nvPr/>
        </p:nvSpPr>
        <p:spPr>
          <a:xfrm>
            <a:off x="-613468" y="2710017"/>
            <a:ext cx="13113579" cy="1881802"/>
          </a:xfrm>
          <a:prstGeom prst="parallelogram">
            <a:avLst>
              <a:gd name="adj" fmla="val 241747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op"/>
          <p:cNvSpPr/>
          <p:nvPr/>
        </p:nvSpPr>
        <p:spPr>
          <a:xfrm rot="16200000" flipH="1" flipV="1">
            <a:off x="1503995" y="-3557980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ottom"/>
          <p:cNvSpPr/>
          <p:nvPr/>
        </p:nvSpPr>
        <p:spPr>
          <a:xfrm rot="5400000" flipH="1" flipV="1">
            <a:off x="6462216" y="-1794682"/>
            <a:ext cx="5111087" cy="12194275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Nav</a:t>
            </a: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rész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56763" y="5500047"/>
            <a:ext cx="5921991" cy="1250121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Egy lista minden résszel, külön </a:t>
            </a:r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id-kkel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173" y="3006165"/>
            <a:ext cx="4091472" cy="139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80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mboid 16"/>
          <p:cNvSpPr/>
          <p:nvPr/>
        </p:nvSpPr>
        <p:spPr>
          <a:xfrm>
            <a:off x="-147286" y="2657282"/>
            <a:ext cx="12108130" cy="1755157"/>
          </a:xfrm>
          <a:prstGeom prst="parallelogram">
            <a:avLst>
              <a:gd name="adj" fmla="val 242603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top"/>
          <p:cNvSpPr/>
          <p:nvPr/>
        </p:nvSpPr>
        <p:spPr>
          <a:xfrm rot="16200000" flipH="1" flipV="1">
            <a:off x="1503995" y="-3557980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ottom"/>
          <p:cNvSpPr/>
          <p:nvPr/>
        </p:nvSpPr>
        <p:spPr>
          <a:xfrm rot="5400000" flipH="1" flipV="1">
            <a:off x="6407625" y="-1769093"/>
            <a:ext cx="5111087" cy="12194275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Reszponzív</a:t>
            </a:r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beállítások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746244" y="4857981"/>
            <a:ext cx="4836994" cy="2028044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Ez volt a fő beállítás amit az oldalon át használtam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550" y="2781209"/>
            <a:ext cx="340090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60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mboid 7"/>
          <p:cNvSpPr/>
          <p:nvPr/>
        </p:nvSpPr>
        <p:spPr>
          <a:xfrm>
            <a:off x="-311979" y="2503916"/>
            <a:ext cx="13113579" cy="1881802"/>
          </a:xfrm>
          <a:prstGeom prst="parallelogram">
            <a:avLst>
              <a:gd name="adj" fmla="val 241747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ottom"/>
          <p:cNvSpPr/>
          <p:nvPr/>
        </p:nvSpPr>
        <p:spPr>
          <a:xfrm rot="5400000" flipH="1" flipV="1">
            <a:off x="6462216" y="-1794682"/>
            <a:ext cx="5111087" cy="12194275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top"/>
          <p:cNvSpPr/>
          <p:nvPr/>
        </p:nvSpPr>
        <p:spPr>
          <a:xfrm rot="16200000" flipH="1" flipV="1">
            <a:off x="1503995" y="-3557980"/>
            <a:ext cx="4989605" cy="12105564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Továbbfejlesztési</a:t>
            </a:r>
            <a:r>
              <a:rPr lang="hu-HU" sz="40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lehetőségek</a:t>
            </a:r>
            <a:endParaRPr lang="en-US" sz="4000" dirty="0"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496335" y="5354731"/>
            <a:ext cx="5157716" cy="1236473"/>
          </a:xfrm>
        </p:spPr>
        <p:txBody>
          <a:bodyPr>
            <a:normAutofit fontScale="92500" lnSpcReduction="10000"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Egy szakértőt alkalmazni a tartalom készítésére</a:t>
            </a:r>
          </a:p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Modernizálni az oldal stílusát</a:t>
            </a:r>
            <a:endParaRPr lang="en-US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68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ttom"/>
          <p:cNvSpPr/>
          <p:nvPr/>
        </p:nvSpPr>
        <p:spPr>
          <a:xfrm rot="5400000" flipH="1" flipV="1">
            <a:off x="6520222" y="-2576018"/>
            <a:ext cx="5506870" cy="13361161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top"/>
          <p:cNvSpPr/>
          <p:nvPr/>
        </p:nvSpPr>
        <p:spPr>
          <a:xfrm rot="16200000" flipH="1" flipV="1">
            <a:off x="1583141" y="-3637127"/>
            <a:ext cx="5479577" cy="12753829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Nehézségek</a:t>
            </a:r>
            <a:endParaRPr lang="en-US" sz="400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619164" y="5090615"/>
            <a:ext cx="5595403" cy="2150874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Különösképpen nem találtam a feladatok megoldása során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9202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bottom"/>
          <p:cNvSpPr/>
          <p:nvPr/>
        </p:nvSpPr>
        <p:spPr>
          <a:xfrm rot="5400000" flipH="1" flipV="1">
            <a:off x="6495674" y="-2576016"/>
            <a:ext cx="5506870" cy="13361161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top"/>
          <p:cNvSpPr/>
          <p:nvPr/>
        </p:nvSpPr>
        <p:spPr>
          <a:xfrm rot="16200000" flipH="1" flipV="1">
            <a:off x="1583141" y="-3637127"/>
            <a:ext cx="5479577" cy="12753829"/>
          </a:xfrm>
          <a:prstGeom prst="triangle">
            <a:avLst>
              <a:gd name="adj" fmla="val 0"/>
            </a:avLst>
          </a:prstGeom>
          <a:solidFill>
            <a:srgbClr val="0D0D0D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Köszönöm a figyelmet!</a:t>
            </a:r>
            <a:endParaRPr lang="en-US" sz="600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607792" y="5099550"/>
            <a:ext cx="5730922" cy="745154"/>
          </a:xfrm>
        </p:spPr>
        <p:txBody>
          <a:bodyPr/>
          <a:lstStyle/>
          <a:p>
            <a:r>
              <a:rPr lang="hu-HU" dirty="0"/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3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247</TotalTime>
  <Words>81</Words>
  <Application>Microsoft Office PowerPoint</Application>
  <PresentationFormat>Szélesvásznú</PresentationFormat>
  <Paragraphs>21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Bahnschrift SemiCondensed</vt:lpstr>
      <vt:lpstr>Calibri</vt:lpstr>
      <vt:lpstr>Calibri Light</vt:lpstr>
      <vt:lpstr>Office-téma</vt:lpstr>
      <vt:lpstr>Balogh-Balázsi Gergő Dániel: Feladat C</vt:lpstr>
      <vt:lpstr>Bevezetés</vt:lpstr>
      <vt:lpstr>Választás oka</vt:lpstr>
      <vt:lpstr>Wireframe</vt:lpstr>
      <vt:lpstr>Nav rész</vt:lpstr>
      <vt:lpstr>Reszponzív beállítások</vt:lpstr>
      <vt:lpstr>Továbbfejlesztési lehetőségek</vt:lpstr>
      <vt:lpstr>Nehézségek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Balogh-Balázsi Gergő Dániel: Feladat A</dc:title>
  <dc:creator>almaretek</dc:creator>
  <cp:lastModifiedBy>Gergo</cp:lastModifiedBy>
  <cp:revision>28</cp:revision>
  <dcterms:created xsi:type="dcterms:W3CDTF">2024-11-12T18:31:42Z</dcterms:created>
  <dcterms:modified xsi:type="dcterms:W3CDTF">2025-03-31T22:21:06Z</dcterms:modified>
</cp:coreProperties>
</file>